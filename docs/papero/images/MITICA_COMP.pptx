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94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FA0C-2B92-4510-B5E6-CD3E3B40B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26FA9C-0567-4818-954B-2161F1DE2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410F0-28B5-4D76-8768-B8D3A3B6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88602-6167-4589-82B4-E00B5ACA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498F8-A195-43AA-A114-5D67B085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182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2F7A-92AA-44A1-8EC0-D04EDF28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3B74E-C6E3-4AF9-8651-86EA7D8C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E9A0-B5F3-42FD-813A-22600F02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0DDC7-DE24-441C-8D82-D8673506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C8F6-5A28-43E1-BAD0-B99FE02E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52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824C-C440-4EE7-BEE0-D608259B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F2D58-8267-48EF-A64A-CE60E9DE8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C908F-2F82-4EBA-8A08-1CE7A024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BDBD-B1FC-48DE-B027-D5F4AE76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AB866-31E7-4CA5-87F5-2D976991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721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CAE8-BB11-4EC9-9F32-D3648088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A191-D6D1-47BA-955B-4DE46C424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48E00-8CB0-442D-9B8B-59791AFC2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8F292-F0B1-4625-B8B5-D8D0C23C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F1F8D-6375-48BD-9431-01B30549F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18A05-74F1-40E6-B2BB-8E2524ED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308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0BF0-BC9A-4FCD-ABF0-F63CAE985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B8A43-6C9F-4BF9-8C9C-74471A868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9ECCF-00B6-43D6-9B30-55CE9A93F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7F447-29F6-417B-84BE-CA8E2018C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D7721-CE03-4382-976B-B209D184A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75F18-E638-4D51-B6F6-B402DC1F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4510B-9746-43E8-ACA7-D1A596DD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41B6F-9DA3-46B0-9904-04F5CB1B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617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626B-B4C7-4AC9-9232-910C3BDD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C4D9F-5401-440B-A9DC-4F5FA19A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A30F7-1426-4CEA-98F6-7160D177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76B1F-750F-465C-BA24-2E53BD6D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31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3F950-63A1-4FD0-85B0-560585D7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1CCBE-180E-4AC5-9AAC-7E7A3EBC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4926-ED01-43E7-BEE9-C5999756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655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6689-B734-4ED4-BE2D-FF73D4FE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43A0-503D-4E21-B1F1-405E81133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D615B-DA3C-462E-9BB7-6F3519C7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0F136-D9A2-459B-9B68-AC639994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DBF5E-1CF0-44E7-980B-D4F960D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7B28D-09AD-4E45-84AF-92D3A02A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401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9993-99BF-494C-A0A2-BE189A3B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17C7FF-D4AF-4D70-BA70-C9E5C8710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AF963-9130-44D6-8F3D-E2D0B232A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1BF4-6E54-4347-A432-1071B0D4C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C9EF0-1CB6-4CDC-AB44-DC0CA474D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47282-4E05-4A1B-9D34-DCBE0491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708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F075-34DF-4F05-B818-1A01F775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15F8A-D035-4FBA-8497-92CB9335B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1AF6-124B-47CA-80E7-6AA32198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6A4CC-AA0D-4593-82C4-E46D6C0A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9B324-F7DE-4F73-8F9E-C063A26D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511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791FD-59E3-43D1-9A99-029AEFFA7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D3FD1-F2B4-416F-8FA4-EB4790261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8A25B-63A7-4F74-BB9B-BB756CF8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E9EDA-C33C-49CC-904E-241E67B1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1D0F-E21A-4AEA-88CC-15503151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2974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DE126-D448-4A34-A7F1-03B09F8C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67E7C-578C-4EA7-891D-F5FC32502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B6B5F-B35B-4FB1-A79A-EC393709E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44287-89BE-4736-B86D-461D4CF1310A}" type="datetimeFigureOut">
              <a:rPr lang="it-IT" smtClean="0"/>
              <a:t>22/06/2026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08185-FD69-41E0-8DB0-6964256DD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0204F-8562-4AEC-B106-6A1223A1B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18694-4A34-498D-8CD7-9522A5F1D61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998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284A-E92C-F3C0-2144-7ACFEF3B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16615" y="499639"/>
            <a:ext cx="11358770" cy="5858721"/>
            <a:chOff x="843127" y="762000"/>
            <a:chExt cx="11358770" cy="5858721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43127" y="3391437"/>
              <a:ext cx="4148254" cy="3213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Content Placeholder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412159" y="1215283"/>
              <a:ext cx="6789738" cy="5405438"/>
            </a:xfrm>
            <a:prstGeom prst="rect">
              <a:avLst/>
            </a:prstGeom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</p:pic>
        <p:cxnSp>
          <p:nvCxnSpPr>
            <p:cNvPr id="7" name="Straight Arrow Connector 14"/>
            <p:cNvCxnSpPr>
              <a:cxnSpLocks noChangeShapeType="1"/>
              <a:stCxn id="9" idx="2"/>
            </p:cNvCxnSpPr>
            <p:nvPr/>
          </p:nvCxnSpPr>
          <p:spPr bwMode="auto">
            <a:xfrm>
              <a:off x="7865941" y="3967027"/>
              <a:ext cx="1063369" cy="757424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16"/>
            <p:cNvCxnSpPr>
              <a:cxnSpLocks noChangeShapeType="1"/>
              <a:stCxn id="11" idx="2"/>
            </p:cNvCxnSpPr>
            <p:nvPr/>
          </p:nvCxnSpPr>
          <p:spPr bwMode="auto">
            <a:xfrm>
              <a:off x="5968776" y="4194624"/>
              <a:ext cx="2078833" cy="896585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339932" y="3751583"/>
              <a:ext cx="1052018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it-IT" sz="1400" b="1" dirty="0">
                  <a:solidFill>
                    <a:srgbClr val="FF0000"/>
                  </a:solidFill>
                  <a:latin typeface="+mn-lt"/>
                  <a:cs typeface="Arial" pitchFamily="34" charset="0"/>
                </a:rPr>
                <a:t>NEUTRALIZER</a:t>
              </a:r>
            </a:p>
          </p:txBody>
        </p:sp>
        <p:cxnSp>
          <p:nvCxnSpPr>
            <p:cNvPr id="10" name="Straight Arrow Connector 21"/>
            <p:cNvCxnSpPr>
              <a:cxnSpLocks noChangeShapeType="1"/>
              <a:stCxn id="12" idx="0"/>
            </p:cNvCxnSpPr>
            <p:nvPr/>
          </p:nvCxnSpPr>
          <p:spPr bwMode="auto">
            <a:xfrm flipV="1">
              <a:off x="4748604" y="5284099"/>
              <a:ext cx="2470662" cy="1061099"/>
            </a:xfrm>
            <a:prstGeom prst="straightConnector1">
              <a:avLst/>
            </a:prstGeom>
            <a:ln>
              <a:solidFill>
                <a:srgbClr val="FF0000"/>
              </a:solidFill>
              <a:headEnd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5166907" y="3979180"/>
              <a:ext cx="1603738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it-IT" sz="1400" b="1" dirty="0">
                  <a:solidFill>
                    <a:srgbClr val="FF0000"/>
                  </a:solidFill>
                  <a:latin typeface="+mn-lt"/>
                  <a:cs typeface="Arial" pitchFamily="34" charset="0"/>
                </a:rPr>
                <a:t>RESIDUAL ION DUMP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212103" y="6345198"/>
              <a:ext cx="1073001" cy="21544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defRPr/>
              </a:pPr>
              <a:r>
                <a:rPr lang="it-IT" sz="1400" b="1" dirty="0">
                  <a:solidFill>
                    <a:srgbClr val="FF0000"/>
                  </a:solidFill>
                  <a:latin typeface="+mn-lt"/>
                  <a:cs typeface="Arial" pitchFamily="34" charset="0"/>
                </a:rPr>
                <a:t>CALORIMETER</a:t>
              </a:r>
            </a:p>
          </p:txBody>
        </p:sp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438211" y="772116"/>
              <a:ext cx="2230245" cy="298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"/>
            <p:cNvPicPr>
              <a:picLocks noChangeAspect="1" noChangeArrowheads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98308" y="762000"/>
              <a:ext cx="2118732" cy="3213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6779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284A-E92C-F3C0-2144-7ACFEF3B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9DDA3E-2DA5-BBF4-FC09-F7402B92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31" y="76200"/>
            <a:ext cx="9257969" cy="685800"/>
          </a:xfrm>
        </p:spPr>
        <p:txBody>
          <a:bodyPr>
            <a:normAutofit fontScale="90000"/>
          </a:bodyPr>
          <a:lstStyle/>
          <a:p>
            <a:r>
              <a:rPr lang="it-IT" dirty="0"/>
              <a:t>Descrizione sistema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565128" y="1184808"/>
            <a:ext cx="8977312" cy="5001258"/>
            <a:chOff x="76200" y="990600"/>
            <a:chExt cx="8977312" cy="5001258"/>
          </a:xfrm>
        </p:grpSpPr>
        <p:pic>
          <p:nvPicPr>
            <p:cNvPr id="5" name="Picture 3" descr="neutraliser_600dpi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990600"/>
              <a:ext cx="2822575" cy="357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4" descr="RESIDUAL_ION_DUMP#2GN94Q --E_600_2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1066800"/>
              <a:ext cx="3446463" cy="320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5" descr="MITICA_CALORIMETER#WP#PR_10020000_53.MI.B1_00.00.00_CCF_600_1_A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6988" y="990600"/>
              <a:ext cx="2614612" cy="341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 bwMode="auto">
            <a:xfrm>
              <a:off x="7924800" y="4405312"/>
              <a:ext cx="323850" cy="125413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914400">
                <a:defRPr/>
              </a:pPr>
              <a:endParaRPr lang="it-IT" sz="1600">
                <a:latin typeface="+mn-lt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8255000" y="4405312"/>
              <a:ext cx="323850" cy="12541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defTabSz="914400">
                <a:defRPr/>
              </a:pPr>
              <a:endParaRPr lang="it-IT" sz="1600">
                <a:latin typeface="+mn-lt"/>
              </a:endParaRPr>
            </a:p>
          </p:txBody>
        </p:sp>
        <p:sp>
          <p:nvSpPr>
            <p:cNvPr id="10" name="Rectangle 19"/>
            <p:cNvSpPr>
              <a:spLocks noChangeArrowheads="1"/>
            </p:cNvSpPr>
            <p:nvPr/>
          </p:nvSpPr>
          <p:spPr bwMode="auto">
            <a:xfrm>
              <a:off x="8739187" y="4343400"/>
              <a:ext cx="314325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/>
              </a:pPr>
              <a:r>
                <a:rPr lang="it-IT" sz="1600">
                  <a:latin typeface="+mn-lt"/>
                </a:rPr>
                <a:t>1 m</a:t>
              </a: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6154537" y="4724400"/>
              <a:ext cx="2884888" cy="1267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 err="1">
                  <a:latin typeface="+mn-lt"/>
                </a:rPr>
                <a:t>Calorimeter</a:t>
              </a:r>
              <a:endParaRPr lang="it-IT" altLang="it-IT" sz="1600" b="1" dirty="0">
                <a:latin typeface="+mn-lt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>
                  <a:latin typeface="+mn-lt"/>
                </a:rPr>
                <a:t>(CAL)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it-IT" altLang="it-IT" sz="1600" b="1" dirty="0">
                <a:latin typeface="+mn-lt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dirty="0">
                  <a:latin typeface="+mn-lt"/>
                </a:rPr>
                <a:t>massa: 6.1 t</a:t>
              </a:r>
              <a:br>
                <a:rPr lang="it-IT" altLang="it-IT" sz="1600" dirty="0">
                  <a:latin typeface="+mn-lt"/>
                </a:rPr>
              </a:br>
              <a:r>
                <a:rPr lang="it-IT" altLang="it-IT" sz="1600" dirty="0">
                  <a:latin typeface="+mn-lt"/>
                </a:rPr>
                <a:t>3.0m (L) x 2.1m (W) x 3.2m (H)</a:t>
              </a:r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3090662" y="4724400"/>
              <a:ext cx="2884888" cy="1267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 err="1">
                  <a:latin typeface="+mn-lt"/>
                </a:rPr>
                <a:t>Residual</a:t>
              </a:r>
              <a:r>
                <a:rPr lang="it-IT" altLang="it-IT" sz="1600" b="1" dirty="0">
                  <a:latin typeface="+mn-lt"/>
                </a:rPr>
                <a:t> </a:t>
              </a:r>
              <a:r>
                <a:rPr lang="it-IT" altLang="it-IT" sz="1600" b="1" dirty="0" err="1">
                  <a:latin typeface="+mn-lt"/>
                </a:rPr>
                <a:t>Ion</a:t>
              </a:r>
              <a:r>
                <a:rPr lang="it-IT" altLang="it-IT" sz="1600" b="1" dirty="0">
                  <a:latin typeface="+mn-lt"/>
                </a:rPr>
                <a:t> </a:t>
              </a:r>
              <a:r>
                <a:rPr lang="it-IT" altLang="it-IT" sz="1600" b="1" dirty="0" err="1">
                  <a:latin typeface="+mn-lt"/>
                </a:rPr>
                <a:t>Dump</a:t>
              </a:r>
              <a:endParaRPr lang="it-IT" altLang="it-IT" sz="1600" b="1" dirty="0">
                <a:latin typeface="+mn-lt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>
                  <a:latin typeface="+mn-lt"/>
                </a:rPr>
                <a:t>(ERID)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br>
                <a:rPr lang="it-IT" altLang="it-IT" sz="1600" dirty="0">
                  <a:latin typeface="+mn-lt"/>
                </a:rPr>
              </a:br>
              <a:r>
                <a:rPr lang="it-IT" altLang="it-IT" sz="1600" dirty="0">
                  <a:latin typeface="+mn-lt"/>
                </a:rPr>
                <a:t>massa: 7.5 t</a:t>
              </a:r>
              <a:br>
                <a:rPr lang="it-IT" altLang="it-IT" sz="1600" dirty="0">
                  <a:latin typeface="+mn-lt"/>
                </a:rPr>
              </a:br>
              <a:r>
                <a:rPr lang="it-IT" altLang="it-IT" sz="1600" dirty="0">
                  <a:latin typeface="+mn-lt"/>
                </a:rPr>
                <a:t>2.2m (L) x 2.1m (W) x 3.2m (H)</a:t>
              </a:r>
            </a:p>
          </p:txBody>
        </p:sp>
        <p:sp>
          <p:nvSpPr>
            <p:cNvPr id="13" name="Rectangle 19"/>
            <p:cNvSpPr>
              <a:spLocks noChangeArrowheads="1"/>
            </p:cNvSpPr>
            <p:nvPr/>
          </p:nvSpPr>
          <p:spPr bwMode="auto">
            <a:xfrm>
              <a:off x="79969" y="4724400"/>
              <a:ext cx="2884888" cy="12674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18000" rIns="18000" bIns="18000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 err="1">
                  <a:latin typeface="+mn-lt"/>
                </a:rPr>
                <a:t>Neutralizer</a:t>
              </a:r>
              <a:endParaRPr lang="it-IT" altLang="it-IT" sz="1600" b="1" dirty="0">
                <a:latin typeface="+mn-lt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it-IT" altLang="it-IT" sz="1600" b="1" dirty="0">
                  <a:latin typeface="+mn-lt"/>
                </a:rPr>
                <a:t>(NED)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br>
                <a:rPr lang="it-IT" altLang="it-IT" sz="1600" dirty="0">
                  <a:latin typeface="+mn-lt"/>
                </a:rPr>
              </a:br>
              <a:r>
                <a:rPr lang="it-IT" altLang="it-IT" sz="1600" dirty="0">
                  <a:latin typeface="+mn-lt"/>
                </a:rPr>
                <a:t>massa: 13 t</a:t>
              </a:r>
              <a:br>
                <a:rPr lang="it-IT" altLang="it-IT" sz="1600" dirty="0">
                  <a:latin typeface="+mn-lt"/>
                </a:rPr>
              </a:br>
              <a:r>
                <a:rPr lang="it-IT" altLang="it-IT" sz="1600" dirty="0">
                  <a:latin typeface="+mn-lt"/>
                </a:rPr>
                <a:t>3.4m (L) x 2.1m (W) x 3.2m (H)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6322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Descrizione sistema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Descrizione sistema</dc:title>
  <dc:creator>Brombin</dc:creator>
  <cp:lastModifiedBy>Bevilacqua Mattia</cp:lastModifiedBy>
  <cp:revision>2</cp:revision>
  <dcterms:created xsi:type="dcterms:W3CDTF">2026-06-22T08:37:07Z</dcterms:created>
  <dcterms:modified xsi:type="dcterms:W3CDTF">2026-06-22T09:27:12Z</dcterms:modified>
</cp:coreProperties>
</file>